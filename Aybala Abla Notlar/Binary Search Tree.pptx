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898" y="-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1347-B535-4CB4-B67F-6FEB3CAAC1F4}" type="datetimeFigureOut">
              <a:rPr lang="tr-TR" smtClean="0"/>
              <a:t>29.7.2013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0B31-30B9-4D90-A4FD-B64818544E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1347-B535-4CB4-B67F-6FEB3CAAC1F4}" type="datetimeFigureOut">
              <a:rPr lang="tr-TR" smtClean="0"/>
              <a:t>29.7.2013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0B31-30B9-4D90-A4FD-B64818544E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1347-B535-4CB4-B67F-6FEB3CAAC1F4}" type="datetimeFigureOut">
              <a:rPr lang="tr-TR" smtClean="0"/>
              <a:t>29.7.2013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0B31-30B9-4D90-A4FD-B64818544E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1347-B535-4CB4-B67F-6FEB3CAAC1F4}" type="datetimeFigureOut">
              <a:rPr lang="tr-TR" smtClean="0"/>
              <a:t>29.7.2013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0B31-30B9-4D90-A4FD-B64818544E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1347-B535-4CB4-B67F-6FEB3CAAC1F4}" type="datetimeFigureOut">
              <a:rPr lang="tr-TR" smtClean="0"/>
              <a:t>29.7.2013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0B31-30B9-4D90-A4FD-B64818544E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1347-B535-4CB4-B67F-6FEB3CAAC1F4}" type="datetimeFigureOut">
              <a:rPr lang="tr-TR" smtClean="0"/>
              <a:t>29.7.2013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0B31-30B9-4D90-A4FD-B64818544E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1347-B535-4CB4-B67F-6FEB3CAAC1F4}" type="datetimeFigureOut">
              <a:rPr lang="tr-TR" smtClean="0"/>
              <a:t>29.7.2013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0B31-30B9-4D90-A4FD-B64818544E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1347-B535-4CB4-B67F-6FEB3CAAC1F4}" type="datetimeFigureOut">
              <a:rPr lang="tr-TR" smtClean="0"/>
              <a:t>29.7.2013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0B31-30B9-4D90-A4FD-B64818544E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1347-B535-4CB4-B67F-6FEB3CAAC1F4}" type="datetimeFigureOut">
              <a:rPr lang="tr-TR" smtClean="0"/>
              <a:t>29.7.2013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0B31-30B9-4D90-A4FD-B64818544E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1347-B535-4CB4-B67F-6FEB3CAAC1F4}" type="datetimeFigureOut">
              <a:rPr lang="tr-TR" smtClean="0"/>
              <a:t>29.7.2013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0B31-30B9-4D90-A4FD-B64818544E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01347-B535-4CB4-B67F-6FEB3CAAC1F4}" type="datetimeFigureOut">
              <a:rPr lang="tr-TR" smtClean="0"/>
              <a:t>29.7.2013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F0B31-30B9-4D90-A4FD-B64818544E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r-T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r-T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01347-B535-4CB4-B67F-6FEB3CAAC1F4}" type="datetimeFigureOut">
              <a:rPr lang="tr-TR" smtClean="0"/>
              <a:t>29.7.2013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F0B31-30B9-4D90-A4FD-B64818544E06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348" y="2428868"/>
            <a:ext cx="7772400" cy="1470025"/>
          </a:xfrm>
        </p:spPr>
        <p:txBody>
          <a:bodyPr>
            <a:noAutofit/>
          </a:bodyPr>
          <a:lstStyle/>
          <a:p>
            <a:r>
              <a:rPr lang="en-US" sz="8000" dirty="0" smtClean="0"/>
              <a:t>Binary Search Tree</a:t>
            </a:r>
            <a:endParaRPr lang="tr-TR" sz="8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İçerik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71676"/>
          </a:xfrm>
        </p:spPr>
        <p:txBody>
          <a:bodyPr/>
          <a:lstStyle/>
          <a:p>
            <a:r>
              <a:rPr lang="en-US" dirty="0" err="1" smtClean="0"/>
              <a:t>Giri</a:t>
            </a:r>
            <a:r>
              <a:rPr lang="tr-TR" dirty="0" smtClean="0"/>
              <a:t>ş</a:t>
            </a:r>
          </a:p>
          <a:p>
            <a:r>
              <a:rPr lang="en-US" dirty="0" err="1" smtClean="0"/>
              <a:t>Operasyonlar</a:t>
            </a:r>
            <a:endParaRPr lang="en-US" dirty="0" smtClean="0"/>
          </a:p>
          <a:p>
            <a:r>
              <a:rPr lang="en-US" dirty="0" err="1" smtClean="0"/>
              <a:t>Sonu</a:t>
            </a:r>
            <a:r>
              <a:rPr lang="tr-TR" dirty="0" smtClean="0"/>
              <a:t>ç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Giriş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Binary Search Tree nedir?</a:t>
            </a:r>
          </a:p>
          <a:p>
            <a:pPr lvl="1"/>
            <a:r>
              <a:rPr lang="tr-TR" dirty="0" smtClean="0"/>
              <a:t>Binary tree(ikili agac)</a:t>
            </a:r>
          </a:p>
          <a:p>
            <a:pPr lvl="1"/>
            <a:r>
              <a:rPr lang="tr-TR" dirty="0" smtClean="0"/>
              <a:t>BST deki her bir node icin su iki sart saglanir</a:t>
            </a:r>
          </a:p>
          <a:p>
            <a:pPr lvl="2"/>
            <a:r>
              <a:rPr lang="tr-TR" dirty="0" smtClean="0"/>
              <a:t>sol cocugu ve altindaki tum node larin degeri o node dan kucuktur(duruma gore esitlik buraya dahil edilir)</a:t>
            </a:r>
          </a:p>
          <a:p>
            <a:pPr lvl="2"/>
            <a:r>
              <a:rPr lang="tr-TR" dirty="0" smtClean="0"/>
              <a:t>sag cocugu ve altindaki tum node larin degeri o node dan buyuktur(duruma gore de buraya)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Giriş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 </a:t>
            </a:r>
            <a:r>
              <a:rPr lang="en-US" dirty="0" err="1" smtClean="0"/>
              <a:t>basit</a:t>
            </a:r>
            <a:r>
              <a:rPr lang="en-US" dirty="0" smtClean="0"/>
              <a:t> </a:t>
            </a:r>
            <a:r>
              <a:rPr lang="en-US" dirty="0" err="1" smtClean="0"/>
              <a:t>bir</a:t>
            </a:r>
            <a:r>
              <a:rPr lang="en-US" dirty="0" smtClean="0"/>
              <a:t> binary search tree</a:t>
            </a:r>
            <a:endParaRPr lang="tr-T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2643182"/>
            <a:ext cx="5314958" cy="2985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Giriş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Bu bir binary search tree mi?</a:t>
            </a:r>
          </a:p>
          <a:p>
            <a:endParaRPr lang="tr-TR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714620"/>
            <a:ext cx="5126045" cy="3239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286380" y="2714620"/>
            <a:ext cx="2786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Hayır! Çünkü 24 25’ten daha küçüktür.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Giriş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Node(düğüm) yapısı</a:t>
            </a:r>
          </a:p>
          <a:p>
            <a:endParaRPr lang="tr-TR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2357430"/>
            <a:ext cx="4694246" cy="3730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Operasyonlar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Operasyonlar:</a:t>
            </a:r>
          </a:p>
          <a:p>
            <a:pPr lvl="1"/>
            <a:r>
              <a:rPr lang="tr-TR" dirty="0" smtClean="0"/>
              <a:t>Sorgu</a:t>
            </a:r>
          </a:p>
          <a:p>
            <a:pPr lvl="1"/>
            <a:r>
              <a:rPr lang="tr-TR" dirty="0" smtClean="0"/>
              <a:t>Ekleme</a:t>
            </a:r>
          </a:p>
          <a:p>
            <a:pPr lvl="1"/>
            <a:r>
              <a:rPr lang="tr-TR" dirty="0" smtClean="0"/>
              <a:t>Silme</a:t>
            </a:r>
          </a:p>
          <a:p>
            <a:pPr lvl="1">
              <a:buNone/>
            </a:pP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Operasyonlar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S</a:t>
            </a:r>
            <a:r>
              <a:rPr lang="tr-TR" dirty="0" smtClean="0"/>
              <a:t>orgu islemi 3 farkli sekilde incelenebilir.</a:t>
            </a:r>
          </a:p>
          <a:p>
            <a:pPr lvl="1"/>
            <a:r>
              <a:rPr lang="tr-TR" dirty="0" smtClean="0"/>
              <a:t>Arama</a:t>
            </a:r>
          </a:p>
          <a:p>
            <a:pPr lvl="1"/>
            <a:r>
              <a:rPr lang="tr-TR" dirty="0" smtClean="0"/>
              <a:t>max/min</a:t>
            </a:r>
          </a:p>
          <a:p>
            <a:pPr lvl="1"/>
            <a:r>
              <a:rPr lang="tr-TR" dirty="0" smtClean="0"/>
              <a:t>successor/predecessor(bunları çeviremedim :D)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Operasyon-Arama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Arama(T,k)</a:t>
            </a:r>
          </a:p>
          <a:p>
            <a:pPr lvl="1"/>
            <a:r>
              <a:rPr lang="tr-TR" dirty="0" smtClean="0"/>
              <a:t>T bst sinde k degerli node u arar.</a:t>
            </a:r>
          </a:p>
          <a:p>
            <a:pPr lvl="1"/>
            <a:r>
              <a:rPr lang="tr-TR" dirty="0" smtClean="0"/>
              <a:t>Suanki arama yapilan T bst sinin root unun degerine gore yeni aranacak alt agac belirlenir.</a:t>
            </a:r>
          </a:p>
          <a:p>
            <a:pPr lvl="1"/>
            <a:r>
              <a:rPr lang="tr-TR" dirty="0" smtClean="0"/>
              <a:t>Yani kucukse sol alt agaca buyukse sag alt agaca ilerlenir.</a:t>
            </a:r>
          </a:p>
          <a:p>
            <a:pPr lvl="1"/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Operasyon-Arama</a:t>
            </a:r>
            <a:endParaRPr lang="tr-T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1714488"/>
            <a:ext cx="6388100" cy="441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Operasyon-Arama</a:t>
            </a:r>
            <a:endParaRPr lang="tr-T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285992"/>
            <a:ext cx="7196703" cy="364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Operasyon-Arama</a:t>
            </a:r>
            <a:endParaRPr lang="tr-T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1714488"/>
            <a:ext cx="6756858" cy="4740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Operasyon-Arama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Arama islemi O(h) zaman alir h=agacin derinligi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Operasyon-Min/Max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Min islemi icin sol cocuk oldugu surece sola giderek min node u bulabiliriz.</a:t>
            </a:r>
          </a:p>
          <a:p>
            <a:r>
              <a:rPr lang="tr-TR" dirty="0" smtClean="0"/>
              <a:t>Neden? cunku eger baska ve asil min node var ise kesinlikle su an bulundugumuz node un saginda bulunmalidir ancak olmadigina gore bu node min node dur.</a:t>
            </a:r>
          </a:p>
          <a:p>
            <a:r>
              <a:rPr lang="tr-TR" dirty="0" smtClean="0"/>
              <a:t>Max icin de ayni islem</a:t>
            </a:r>
          </a:p>
          <a:p>
            <a:r>
              <a:rPr lang="tr-TR" dirty="0" smtClean="0"/>
              <a:t>Time complexity O(h)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Operasyon-</a:t>
            </a:r>
            <a:r>
              <a:rPr lang="tr-TR" dirty="0"/>
              <a:t> Predecessor/Successor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Successor(x)</a:t>
            </a:r>
          </a:p>
          <a:p>
            <a:pPr lvl="1"/>
            <a:r>
              <a:rPr lang="tr-TR" dirty="0" smtClean="0"/>
              <a:t>Eger bst deki tum elemanlarini bir diziye yazip siralarsak x den hemen sonraki elemani bize sonuc olarak doner.</a:t>
            </a:r>
          </a:p>
          <a:p>
            <a:pPr lvl="1"/>
            <a:r>
              <a:rPr lang="tr-TR" dirty="0" smtClean="0"/>
              <a:t>Time complexity O(h).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 </a:t>
            </a:r>
            <a:r>
              <a:rPr lang="tr-TR" dirty="0"/>
              <a:t>Predecessor/Successor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tr-TR" dirty="0" smtClean="0"/>
              <a:t>if( x in sag cocugu varsa )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smtClean="0"/>
              <a:t>return Min( sag(x) )</a:t>
            </a:r>
          </a:p>
          <a:p>
            <a:pPr>
              <a:buNone/>
            </a:pPr>
            <a:r>
              <a:rPr lang="tr-TR" dirty="0" smtClean="0"/>
              <a:t>else</a:t>
            </a:r>
          </a:p>
          <a:p>
            <a:pPr>
              <a:buNone/>
            </a:pPr>
            <a:r>
              <a:rPr lang="tr-TR" dirty="0" smtClean="0"/>
              <a:t>	return (x i sol altagacinda iceren x in ilk atasi)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 </a:t>
            </a:r>
            <a:r>
              <a:rPr lang="tr-TR" dirty="0"/>
              <a:t>Predecessor/Successor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Adım 1:</a:t>
            </a:r>
            <a:endParaRPr lang="tr-TR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86050" y="1571612"/>
            <a:ext cx="5816810" cy="4880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 Predecessor/Successor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Adım 2:</a:t>
            </a:r>
            <a:endParaRPr lang="tr-T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2143116"/>
            <a:ext cx="5286412" cy="4355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286512" y="1785926"/>
            <a:ext cx="22860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X i sol alt ağacında içeren ilk atası bulunur.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Operasyon-Ekleme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E</a:t>
            </a:r>
            <a:r>
              <a:rPr lang="tr-TR" dirty="0" smtClean="0"/>
              <a:t>kleme(T,z)</a:t>
            </a:r>
          </a:p>
          <a:p>
            <a:pPr lvl="1"/>
            <a:r>
              <a:rPr lang="tr-TR" dirty="0" smtClean="0"/>
              <a:t>Degeri z olan bir node u agactaki eklenmesi gereken yere ekler.</a:t>
            </a:r>
          </a:p>
          <a:p>
            <a:pPr lvl="1"/>
            <a:r>
              <a:rPr lang="tr-TR" dirty="0" smtClean="0"/>
              <a:t>Time comlexity O(h).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Operasyon-Ekleme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adim_1: eger T agaci bossa </a:t>
            </a:r>
          </a:p>
          <a:p>
            <a:pPr>
              <a:buNone/>
            </a:pPr>
            <a:r>
              <a:rPr lang="tr-TR" dirty="0"/>
              <a:t>	</a:t>
            </a:r>
            <a:r>
              <a:rPr lang="tr-TR" dirty="0" smtClean="0"/>
              <a:t>root(T)=z</a:t>
            </a:r>
          </a:p>
          <a:p>
            <a:r>
              <a:rPr lang="tr-TR" dirty="0" smtClean="0"/>
              <a:t>adim_2: eger agac bos degilse arama islemini T alt agaci bos kalana kadar devam ettir</a:t>
            </a:r>
          </a:p>
          <a:p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Operasyon-Ekleme</a:t>
            </a:r>
            <a:endParaRPr lang="tr-TR" dirty="0"/>
          </a:p>
        </p:txBody>
      </p:sp>
      <p:pic>
        <p:nvPicPr>
          <p:cNvPr id="921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14480" y="1643050"/>
            <a:ext cx="430111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929322" y="1857364"/>
            <a:ext cx="2428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Sarı nodelar yeni gelen değerle kıyaslanır.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Operasyon-Silme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Silme(T,z)</a:t>
            </a:r>
          </a:p>
          <a:p>
            <a:pPr lvl="1"/>
            <a:r>
              <a:rPr lang="tr-TR" dirty="0" smtClean="0"/>
              <a:t>z degerli node u T BST sinden siler</a:t>
            </a:r>
          </a:p>
          <a:p>
            <a:pPr lvl="1"/>
            <a:r>
              <a:rPr lang="tr-TR" dirty="0" smtClean="0"/>
              <a:t>Time complexity:O(h)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Operasyon-Silme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Durum 1:z nin cocugu yoksa</a:t>
            </a:r>
            <a:endParaRPr lang="tr-T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3108" y="2714620"/>
            <a:ext cx="4842077" cy="3209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Operasyon-Silme</a:t>
            </a:r>
            <a:endParaRPr lang="tr-TR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2976" y="2071678"/>
            <a:ext cx="4899660" cy="3550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857884" y="2214554"/>
            <a:ext cx="2500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Kolayca yapıdan silebiliriz.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Operasyon-Silme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Durum2:z nin bir cocugu varsa</a:t>
            </a:r>
            <a:endParaRPr lang="tr-TR" dirty="0" smtClean="0"/>
          </a:p>
          <a:p>
            <a:endParaRPr lang="tr-TR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2285992"/>
            <a:ext cx="5143536" cy="413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Operasyon-Silme</a:t>
            </a:r>
            <a:endParaRPr lang="tr-TR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357298"/>
            <a:ext cx="5348302" cy="5029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929322" y="2571744"/>
            <a:ext cx="26432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O</a:t>
            </a:r>
            <a:r>
              <a:rPr lang="tr-TR" sz="2400" dirty="0" smtClean="0"/>
              <a:t>nu siler ve atasiyla cocugu arasina yol ekleriz</a:t>
            </a:r>
            <a:endParaRPr lang="tr-T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Operasyon-Silme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Durum3: z nin iki cocugu varsa</a:t>
            </a:r>
            <a:endParaRPr lang="tr-TR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2357430"/>
            <a:ext cx="5143536" cy="4050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Operasyon-Silme</a:t>
            </a:r>
            <a:endParaRPr lang="tr-TR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357298"/>
            <a:ext cx="6296039" cy="499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643570" y="1643050"/>
            <a:ext cx="314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successor(z) islemini cagir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Operasyon-Silme</a:t>
            </a:r>
            <a:endParaRPr lang="tr-TR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1643050"/>
            <a:ext cx="6488015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357950" y="1571612"/>
            <a:ext cx="20717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bulunan node u silinecek node un yerine ekle ve onu tree den sil</a:t>
            </a:r>
            <a:endParaRPr lang="tr-TR" dirty="0"/>
          </a:p>
        </p:txBody>
      </p:sp>
      <p:sp>
        <p:nvSpPr>
          <p:cNvPr id="6" name="TextBox 5"/>
          <p:cNvSpPr txBox="1"/>
          <p:nvPr/>
        </p:nvSpPr>
        <p:spPr>
          <a:xfrm>
            <a:off x="5929322" y="5000636"/>
            <a:ext cx="2643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Eger successor(z) in de 2 tane cocugu varsa?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Operasyon-Silme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Eger successor(z) in de 2 tane cocugu varsa?</a:t>
            </a:r>
          </a:p>
          <a:p>
            <a:r>
              <a:rPr lang="tr-TR" dirty="0" smtClean="0">
                <a:solidFill>
                  <a:srgbClr val="FF0000"/>
                </a:solidFill>
              </a:rPr>
              <a:t>Mumkun degil! Cunku eger succesor(z) iki tane cocuga sahipse sol cocugu o nodedan kucuktur ve z den buyuktur succsesor(z) z den buyuk ilk elemani buluyor o zaman bu durum yanlistir bu yuzden succesor(z) o node u secmez.</a:t>
            </a:r>
            <a:endParaRPr lang="tr-TR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Operasyon-Silme</a:t>
            </a:r>
            <a:endParaRPr lang="tr-TR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928802"/>
            <a:ext cx="6621448" cy="4054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143636" y="1643050"/>
            <a:ext cx="2643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silinecek node un degeri successor(z) nin degeri ile degistirilir.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Operasyon-Silme</a:t>
            </a:r>
            <a:endParaRPr lang="tr-TR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1571612"/>
            <a:ext cx="5000660" cy="4662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Operasyon-Silme</a:t>
            </a:r>
            <a:endParaRPr lang="tr-TR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47419" y="1600200"/>
            <a:ext cx="6649161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Operasyon-Silme</a:t>
            </a:r>
            <a:endParaRPr lang="tr-TR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982130"/>
            <a:ext cx="8229600" cy="37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Sonuç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Eger sirali bir diziye sahipsek ve yukaridaki islemleri yapacaksak hangi veri yapısını kullanmaliyiz?</a:t>
            </a:r>
          </a:p>
          <a:p>
            <a:r>
              <a:rPr lang="tr-TR" dirty="0" smtClean="0"/>
              <a:t>Array? veya Bst?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Sonuç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Arama Zamani:</a:t>
            </a:r>
            <a:endParaRPr lang="tr-TR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2786058"/>
            <a:ext cx="7858125" cy="253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Sonuç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Sabit bir n icin h ekleme sirasina gore degisebilir.</a:t>
            </a:r>
            <a:endParaRPr lang="tr-TR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2643182"/>
            <a:ext cx="4457700" cy="384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143504" y="4357694"/>
            <a:ext cx="2428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 smtClean="0"/>
              <a:t>Düz bir ağaç</a:t>
            </a:r>
            <a:endParaRPr lang="tr-TR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Sonuç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Neden BST ye ihtiyacimiz var?</a:t>
            </a:r>
          </a:p>
          <a:p>
            <a:r>
              <a:rPr lang="tr-TR" dirty="0"/>
              <a:t>K</a:t>
            </a:r>
            <a:r>
              <a:rPr lang="tr-TR" dirty="0" smtClean="0"/>
              <a:t>olay ekleme silme</a:t>
            </a:r>
          </a:p>
          <a:p>
            <a:r>
              <a:rPr lang="tr-TR" dirty="0"/>
              <a:t>V</a:t>
            </a:r>
            <a:r>
              <a:rPr lang="tr-TR" dirty="0" smtClean="0"/>
              <a:t>e birkac optimizasyonla worst caselerden kacinabiliriz.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Sonuç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</a:t>
            </a:r>
            <a:r>
              <a:rPr lang="tr-TR" dirty="0" smtClean="0"/>
              <a:t>odlamak acisindan tree yi tutmanin yollari?</a:t>
            </a:r>
          </a:p>
          <a:p>
            <a:r>
              <a:rPr lang="tr-TR" dirty="0"/>
              <a:t>Y</a:t>
            </a:r>
            <a:r>
              <a:rPr lang="tr-TR" dirty="0" smtClean="0"/>
              <a:t>apilabilecek optimizasyonlar?</a:t>
            </a:r>
            <a:endParaRPr lang="tr-T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516</Words>
  <Application>Microsoft Office PowerPoint</Application>
  <PresentationFormat>On-screen Show (4:3)</PresentationFormat>
  <Paragraphs>109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Binary Search Tree</vt:lpstr>
      <vt:lpstr>İçerik</vt:lpstr>
      <vt:lpstr>Giriş</vt:lpstr>
      <vt:lpstr>Giriş</vt:lpstr>
      <vt:lpstr>Giriş</vt:lpstr>
      <vt:lpstr>Giriş</vt:lpstr>
      <vt:lpstr>Operasyonlar</vt:lpstr>
      <vt:lpstr>Operasyonlar</vt:lpstr>
      <vt:lpstr>Operasyon-Arama</vt:lpstr>
      <vt:lpstr>Operasyon-Arama</vt:lpstr>
      <vt:lpstr>Operasyon-Arama</vt:lpstr>
      <vt:lpstr>Operasyon-Arama</vt:lpstr>
      <vt:lpstr>Operasyon-Arama</vt:lpstr>
      <vt:lpstr>Operasyon-Min/Max</vt:lpstr>
      <vt:lpstr>Operasyon- Predecessor/Successor</vt:lpstr>
      <vt:lpstr>Operasyon Predecessor/Successor</vt:lpstr>
      <vt:lpstr>Operasyon Predecessor/Successor</vt:lpstr>
      <vt:lpstr>Operasyon Predecessor/Successor</vt:lpstr>
      <vt:lpstr>Operasyon-Ekleme</vt:lpstr>
      <vt:lpstr>Operasyon-Ekleme</vt:lpstr>
      <vt:lpstr>Operasyon-Ekleme</vt:lpstr>
      <vt:lpstr>Operasyon-Silme</vt:lpstr>
      <vt:lpstr>Operasyon-Silme</vt:lpstr>
      <vt:lpstr>Operasyon-Silme</vt:lpstr>
      <vt:lpstr>Operasyon-Silme</vt:lpstr>
      <vt:lpstr>Operasyon-Silme</vt:lpstr>
      <vt:lpstr>Operasyon-Silme</vt:lpstr>
      <vt:lpstr>Operasyon-Silme</vt:lpstr>
      <vt:lpstr>Operasyon-Silme</vt:lpstr>
      <vt:lpstr>Operasyon-Silme</vt:lpstr>
      <vt:lpstr>Operasyon-Silme</vt:lpstr>
      <vt:lpstr>Operasyon-Silme</vt:lpstr>
      <vt:lpstr>Operasyon-Silme</vt:lpstr>
      <vt:lpstr>Operasyon-Silme</vt:lpstr>
      <vt:lpstr>Sonuç</vt:lpstr>
      <vt:lpstr>Sonuç</vt:lpstr>
      <vt:lpstr>Sonuç</vt:lpstr>
      <vt:lpstr>Sonuç</vt:lpstr>
      <vt:lpstr>Sonuç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Search Tree</dc:title>
  <dc:creator>yhkalayci</dc:creator>
  <cp:lastModifiedBy>yhkalayci</cp:lastModifiedBy>
  <cp:revision>10</cp:revision>
  <dcterms:created xsi:type="dcterms:W3CDTF">2013-07-29T20:29:41Z</dcterms:created>
  <dcterms:modified xsi:type="dcterms:W3CDTF">2013-07-30T00:20:41Z</dcterms:modified>
</cp:coreProperties>
</file>